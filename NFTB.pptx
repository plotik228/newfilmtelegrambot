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4630400" cy="8229600"/>
  <p:notesSz cx="8229600" cy="14630400"/>
  <p:embeddedFontLst>
    <p:embeddedFont>
      <p:font typeface="Bahnschrift SemiLight" panose="020B0502040204020203" pitchFamily="34" charset="0"/>
      <p:regular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Lora" panose="020B0604020202020204" charset="-52"/>
      <p:regular r:id="rId12"/>
    </p:embeddedFont>
    <p:embeddedFont>
      <p:font typeface="Source Sans Pro" panose="020B0503030403020204" pitchFamily="34" charset="0"/>
      <p:regular r:id="rId13"/>
      <p:bold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5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33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3732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506497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271367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Создание Telegram бота: Введение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480679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Обзор NewFilmTelegram бота</a:t>
            </a:r>
            <a:endParaRPr lang="en-US" sz="18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967C244-BF27-43EC-848C-1FD0209CFC07}"/>
              </a:ext>
            </a:extLst>
          </p:cNvPr>
          <p:cNvSpPr/>
          <p:nvPr/>
        </p:nvSpPr>
        <p:spPr>
          <a:xfrm>
            <a:off x="12721213" y="7315200"/>
            <a:ext cx="1909187" cy="9144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rcRect b="6052"/>
          <a:stretch/>
        </p:blipFill>
        <p:spPr>
          <a:xfrm>
            <a:off x="0" y="0"/>
            <a:ext cx="14630400" cy="28738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4033242"/>
            <a:ext cx="720744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Зачем нужен Telegram бот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5096232"/>
            <a:ext cx="4158734" cy="2092166"/>
          </a:xfrm>
          <a:prstGeom prst="roundRect">
            <a:avLst>
              <a:gd name="adj" fmla="val 1716"/>
            </a:avLst>
          </a:prstGeom>
          <a:solidFill>
            <a:srgbClr val="F3E7D4"/>
          </a:solidFill>
          <a:ln/>
        </p:spPr>
      </p:sp>
      <p:sp>
        <p:nvSpPr>
          <p:cNvPr id="5" name="Text 2"/>
          <p:cNvSpPr/>
          <p:nvPr/>
        </p:nvSpPr>
        <p:spPr>
          <a:xfrm>
            <a:off x="1077039" y="533554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Автоматизация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7039" y="5831086"/>
            <a:ext cx="368010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Скрипты вместо ручной работы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5235773" y="5096232"/>
            <a:ext cx="4158734" cy="2092166"/>
          </a:xfrm>
          <a:prstGeom prst="roundRect">
            <a:avLst>
              <a:gd name="adj" fmla="val 1716"/>
            </a:avLst>
          </a:prstGeom>
          <a:solidFill>
            <a:srgbClr val="F3E7D4"/>
          </a:solidFill>
          <a:ln/>
        </p:spPr>
      </p:sp>
      <p:sp>
        <p:nvSpPr>
          <p:cNvPr id="8" name="Text 5"/>
          <p:cNvSpPr/>
          <p:nvPr/>
        </p:nvSpPr>
        <p:spPr>
          <a:xfrm>
            <a:off x="5475089" y="533554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Удобство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75089" y="5831086"/>
            <a:ext cx="36801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Мгновенная обратная связь и поддержка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9633823" y="5096232"/>
            <a:ext cx="4158734" cy="2092166"/>
          </a:xfrm>
          <a:prstGeom prst="roundRect">
            <a:avLst>
              <a:gd name="adj" fmla="val 1716"/>
            </a:avLst>
          </a:prstGeom>
          <a:solidFill>
            <a:srgbClr val="F3E7D4"/>
          </a:solidFill>
          <a:ln/>
        </p:spPr>
      </p:sp>
      <p:sp>
        <p:nvSpPr>
          <p:cNvPr id="11" name="Text 8"/>
          <p:cNvSpPr/>
          <p:nvPr/>
        </p:nvSpPr>
        <p:spPr>
          <a:xfrm>
            <a:off x="9873139" y="5335548"/>
            <a:ext cx="36801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Расширение возможностей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73139" y="6183035"/>
            <a:ext cx="368010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Интеграции с внешними сервисами</a:t>
            </a:r>
            <a:endParaRPr lang="en-US" sz="18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96F483A-0943-46B1-A9D2-5F0A317CE5EC}"/>
              </a:ext>
            </a:extLst>
          </p:cNvPr>
          <p:cNvSpPr/>
          <p:nvPr/>
        </p:nvSpPr>
        <p:spPr>
          <a:xfrm>
            <a:off x="12721212" y="7315200"/>
            <a:ext cx="1909187" cy="9144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67780" y="990821"/>
            <a:ext cx="1051095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Основные библиотеки для разработки</a:t>
            </a:r>
            <a:endParaRPr lang="en-US" sz="4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EBA490-4BCA-4909-B385-59BF16F33FAE}"/>
              </a:ext>
            </a:extLst>
          </p:cNvPr>
          <p:cNvSpPr txBox="1"/>
          <p:nvPr/>
        </p:nvSpPr>
        <p:spPr>
          <a:xfrm>
            <a:off x="1767780" y="2160466"/>
            <a:ext cx="73152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Bahnschrift SemiLight" panose="020B0502040204020203" pitchFamily="34" charset="0"/>
              </a:rPr>
              <a:t>from</a:t>
            </a:r>
            <a:r>
              <a:rPr lang="ru-RU" dirty="0">
                <a:latin typeface="Bahnschrift SemiLight" panose="020B0502040204020203" pitchFamily="34" charset="0"/>
              </a:rPr>
              <a:t> </a:t>
            </a:r>
            <a:r>
              <a:rPr lang="ru-RU" dirty="0" err="1">
                <a:latin typeface="Bahnschrift SemiLight" panose="020B0502040204020203" pitchFamily="34" charset="0"/>
              </a:rPr>
              <a:t>telegram</a:t>
            </a:r>
            <a:r>
              <a:rPr lang="ru-RU" dirty="0">
                <a:latin typeface="Bahnschrift SemiLight" panose="020B0502040204020203" pitchFamily="34" charset="0"/>
              </a:rPr>
              <a:t> </a:t>
            </a:r>
            <a:r>
              <a:rPr lang="ru-RU" dirty="0" err="1">
                <a:latin typeface="Bahnschrift SemiLight" panose="020B0502040204020203" pitchFamily="34" charset="0"/>
              </a:rPr>
              <a:t>import</a:t>
            </a:r>
            <a:r>
              <a:rPr lang="ru-RU" dirty="0">
                <a:latin typeface="Bahnschrift SemiLight" panose="020B0502040204020203" pitchFamily="34" charset="0"/>
              </a:rPr>
              <a:t> (</a:t>
            </a:r>
          </a:p>
          <a:p>
            <a:r>
              <a:rPr lang="ru-RU" dirty="0">
                <a:latin typeface="Bahnschrift SemiLight" panose="020B0502040204020203" pitchFamily="34" charset="0"/>
              </a:rPr>
              <a:t>    </a:t>
            </a:r>
            <a:r>
              <a:rPr lang="ru-RU" dirty="0" err="1">
                <a:latin typeface="Bahnschrift SemiLight" panose="020B0502040204020203" pitchFamily="34" charset="0"/>
              </a:rPr>
              <a:t>Update</a:t>
            </a:r>
            <a:r>
              <a:rPr lang="ru-RU" dirty="0">
                <a:latin typeface="Bahnschrift SemiLight" panose="020B0502040204020203" pitchFamily="34" charset="0"/>
              </a:rPr>
              <a:t>,</a:t>
            </a:r>
          </a:p>
          <a:p>
            <a:r>
              <a:rPr lang="ru-RU" dirty="0">
                <a:latin typeface="Bahnschrift SemiLight" panose="020B0502040204020203" pitchFamily="34" charset="0"/>
              </a:rPr>
              <a:t>    </a:t>
            </a:r>
            <a:r>
              <a:rPr lang="ru-RU" dirty="0" err="1">
                <a:latin typeface="Bahnschrift SemiLight" panose="020B0502040204020203" pitchFamily="34" charset="0"/>
              </a:rPr>
              <a:t>InlineKeyboardButton</a:t>
            </a:r>
            <a:r>
              <a:rPr lang="ru-RU" dirty="0">
                <a:latin typeface="Bahnschrift SemiLight" panose="020B0502040204020203" pitchFamily="34" charset="0"/>
              </a:rPr>
              <a:t>,</a:t>
            </a:r>
          </a:p>
          <a:p>
            <a:r>
              <a:rPr lang="ru-RU" dirty="0">
                <a:latin typeface="Bahnschrift SemiLight" panose="020B0502040204020203" pitchFamily="34" charset="0"/>
              </a:rPr>
              <a:t>    </a:t>
            </a:r>
            <a:r>
              <a:rPr lang="ru-RU" dirty="0" err="1">
                <a:latin typeface="Bahnschrift SemiLight" panose="020B0502040204020203" pitchFamily="34" charset="0"/>
              </a:rPr>
              <a:t>InlineKeyboardMarkup</a:t>
            </a:r>
            <a:r>
              <a:rPr lang="ru-RU" dirty="0">
                <a:latin typeface="Bahnschrift SemiLight" panose="020B0502040204020203" pitchFamily="34" charset="0"/>
              </a:rPr>
              <a:t>,</a:t>
            </a:r>
          </a:p>
          <a:p>
            <a:r>
              <a:rPr lang="ru-RU" dirty="0">
                <a:latin typeface="Bahnschrift SemiLight" panose="020B0502040204020203" pitchFamily="34" charset="0"/>
              </a:rPr>
              <a:t>    </a:t>
            </a:r>
            <a:r>
              <a:rPr lang="ru-RU" dirty="0" err="1">
                <a:latin typeface="Bahnschrift SemiLight" panose="020B0502040204020203" pitchFamily="34" charset="0"/>
              </a:rPr>
              <a:t>InputMediaPhoto</a:t>
            </a:r>
            <a:endParaRPr lang="ru-RU" dirty="0">
              <a:latin typeface="Bahnschrift SemiLight" panose="020B0502040204020203" pitchFamily="34" charset="0"/>
            </a:endParaRPr>
          </a:p>
          <a:p>
            <a:r>
              <a:rPr lang="ru-RU" dirty="0">
                <a:latin typeface="Bahnschrift SemiLight" panose="020B0502040204020203" pitchFamily="34" charset="0"/>
              </a:rPr>
              <a:t>)</a:t>
            </a:r>
          </a:p>
          <a:p>
            <a:r>
              <a:rPr lang="ru-RU" dirty="0" err="1">
                <a:latin typeface="Bahnschrift SemiLight" panose="020B0502040204020203" pitchFamily="34" charset="0"/>
              </a:rPr>
              <a:t>from</a:t>
            </a:r>
            <a:r>
              <a:rPr lang="ru-RU" dirty="0">
                <a:latin typeface="Bahnschrift SemiLight" panose="020B0502040204020203" pitchFamily="34" charset="0"/>
              </a:rPr>
              <a:t> </a:t>
            </a:r>
            <a:r>
              <a:rPr lang="ru-RU" dirty="0" err="1">
                <a:latin typeface="Bahnschrift SemiLight" panose="020B0502040204020203" pitchFamily="34" charset="0"/>
              </a:rPr>
              <a:t>telegram.ext</a:t>
            </a:r>
            <a:r>
              <a:rPr lang="ru-RU" dirty="0">
                <a:latin typeface="Bahnschrift SemiLight" panose="020B0502040204020203" pitchFamily="34" charset="0"/>
              </a:rPr>
              <a:t> </a:t>
            </a:r>
            <a:r>
              <a:rPr lang="ru-RU" dirty="0" err="1">
                <a:latin typeface="Bahnschrift SemiLight" panose="020B0502040204020203" pitchFamily="34" charset="0"/>
              </a:rPr>
              <a:t>import</a:t>
            </a:r>
            <a:r>
              <a:rPr lang="ru-RU" dirty="0">
                <a:latin typeface="Bahnschrift SemiLight" panose="020B0502040204020203" pitchFamily="34" charset="0"/>
              </a:rPr>
              <a:t> (</a:t>
            </a:r>
          </a:p>
          <a:p>
            <a:r>
              <a:rPr lang="ru-RU" dirty="0">
                <a:latin typeface="Bahnschrift SemiLight" panose="020B0502040204020203" pitchFamily="34" charset="0"/>
              </a:rPr>
              <a:t>    </a:t>
            </a:r>
            <a:r>
              <a:rPr lang="ru-RU" dirty="0" err="1">
                <a:latin typeface="Bahnschrift SemiLight" panose="020B0502040204020203" pitchFamily="34" charset="0"/>
              </a:rPr>
              <a:t>Application</a:t>
            </a:r>
            <a:r>
              <a:rPr lang="ru-RU" dirty="0">
                <a:latin typeface="Bahnschrift SemiLight" panose="020B0502040204020203" pitchFamily="34" charset="0"/>
              </a:rPr>
              <a:t>,</a:t>
            </a:r>
          </a:p>
          <a:p>
            <a:r>
              <a:rPr lang="ru-RU" dirty="0">
                <a:latin typeface="Bahnschrift SemiLight" panose="020B0502040204020203" pitchFamily="34" charset="0"/>
              </a:rPr>
              <a:t>    </a:t>
            </a:r>
            <a:r>
              <a:rPr lang="ru-RU" dirty="0" err="1">
                <a:latin typeface="Bahnschrift SemiLight" panose="020B0502040204020203" pitchFamily="34" charset="0"/>
              </a:rPr>
              <a:t>CommandHandler</a:t>
            </a:r>
            <a:r>
              <a:rPr lang="ru-RU" dirty="0">
                <a:latin typeface="Bahnschrift SemiLight" panose="020B0502040204020203" pitchFamily="34" charset="0"/>
              </a:rPr>
              <a:t>,</a:t>
            </a:r>
          </a:p>
          <a:p>
            <a:r>
              <a:rPr lang="ru-RU" dirty="0">
                <a:latin typeface="Bahnschrift SemiLight" panose="020B0502040204020203" pitchFamily="34" charset="0"/>
              </a:rPr>
              <a:t>    </a:t>
            </a:r>
            <a:r>
              <a:rPr lang="ru-RU" dirty="0" err="1">
                <a:latin typeface="Bahnschrift SemiLight" panose="020B0502040204020203" pitchFamily="34" charset="0"/>
              </a:rPr>
              <a:t>CallbackContext</a:t>
            </a:r>
            <a:r>
              <a:rPr lang="ru-RU" dirty="0">
                <a:latin typeface="Bahnschrift SemiLight" panose="020B0502040204020203" pitchFamily="34" charset="0"/>
              </a:rPr>
              <a:t>,</a:t>
            </a:r>
          </a:p>
          <a:p>
            <a:r>
              <a:rPr lang="ru-RU" dirty="0">
                <a:latin typeface="Bahnschrift SemiLight" panose="020B0502040204020203" pitchFamily="34" charset="0"/>
              </a:rPr>
              <a:t>    </a:t>
            </a:r>
            <a:r>
              <a:rPr lang="ru-RU" dirty="0" err="1">
                <a:latin typeface="Bahnschrift SemiLight" panose="020B0502040204020203" pitchFamily="34" charset="0"/>
              </a:rPr>
              <a:t>CallbackQueryHandler</a:t>
            </a:r>
            <a:r>
              <a:rPr lang="ru-RU" dirty="0">
                <a:latin typeface="Bahnschrift SemiLight" panose="020B0502040204020203" pitchFamily="34" charset="0"/>
              </a:rPr>
              <a:t>,</a:t>
            </a:r>
          </a:p>
          <a:p>
            <a:r>
              <a:rPr lang="ru-RU" dirty="0">
                <a:latin typeface="Bahnschrift SemiLight" panose="020B0502040204020203" pitchFamily="34" charset="0"/>
              </a:rPr>
              <a:t>    </a:t>
            </a:r>
            <a:r>
              <a:rPr lang="ru-RU" dirty="0" err="1">
                <a:latin typeface="Bahnschrift SemiLight" panose="020B0502040204020203" pitchFamily="34" charset="0"/>
              </a:rPr>
              <a:t>MessageHandler</a:t>
            </a:r>
            <a:r>
              <a:rPr lang="ru-RU" dirty="0">
                <a:latin typeface="Bahnschrift SemiLight" panose="020B0502040204020203" pitchFamily="34" charset="0"/>
              </a:rPr>
              <a:t>,</a:t>
            </a:r>
          </a:p>
          <a:p>
            <a:r>
              <a:rPr lang="ru-RU" dirty="0">
                <a:latin typeface="Bahnschrift SemiLight" panose="020B0502040204020203" pitchFamily="34" charset="0"/>
              </a:rPr>
              <a:t>    </a:t>
            </a:r>
            <a:r>
              <a:rPr lang="ru-RU" dirty="0" err="1">
                <a:latin typeface="Bahnschrift SemiLight" panose="020B0502040204020203" pitchFamily="34" charset="0"/>
              </a:rPr>
              <a:t>filters</a:t>
            </a:r>
            <a:r>
              <a:rPr lang="ru-RU" dirty="0">
                <a:latin typeface="Bahnschrift SemiLight" panose="020B0502040204020203" pitchFamily="34" charset="0"/>
              </a:rPr>
              <a:t>,</a:t>
            </a:r>
          </a:p>
          <a:p>
            <a:r>
              <a:rPr lang="ru-RU" dirty="0">
                <a:latin typeface="Bahnschrift SemiLight" panose="020B0502040204020203" pitchFamily="34" charset="0"/>
              </a:rPr>
              <a:t>    </a:t>
            </a:r>
            <a:r>
              <a:rPr lang="ru-RU" dirty="0" err="1">
                <a:latin typeface="Bahnschrift SemiLight" panose="020B0502040204020203" pitchFamily="34" charset="0"/>
              </a:rPr>
              <a:t>ConversationHandler</a:t>
            </a:r>
            <a:endParaRPr lang="ru-RU" dirty="0">
              <a:latin typeface="Bahnschrift SemiLight" panose="020B0502040204020203" pitchFamily="34" charset="0"/>
            </a:endParaRPr>
          </a:p>
          <a:p>
            <a:r>
              <a:rPr lang="ru-RU" dirty="0">
                <a:latin typeface="Bahnschrift SemiLight" panose="020B0502040204020203" pitchFamily="34" charset="0"/>
              </a:rPr>
              <a:t>)</a:t>
            </a:r>
          </a:p>
          <a:p>
            <a:r>
              <a:rPr lang="ru-RU" dirty="0" err="1">
                <a:latin typeface="Bahnschrift SemiLight" panose="020B0502040204020203" pitchFamily="34" charset="0"/>
              </a:rPr>
              <a:t>import</a:t>
            </a:r>
            <a:r>
              <a:rPr lang="ru-RU" dirty="0">
                <a:latin typeface="Bahnschrift SemiLight" panose="020B0502040204020203" pitchFamily="34" charset="0"/>
              </a:rPr>
              <a:t> </a:t>
            </a:r>
            <a:r>
              <a:rPr lang="ru-RU" dirty="0" err="1">
                <a:latin typeface="Bahnschrift SemiLight" panose="020B0502040204020203" pitchFamily="34" charset="0"/>
              </a:rPr>
              <a:t>requests</a:t>
            </a:r>
            <a:endParaRPr lang="ru-RU" dirty="0">
              <a:latin typeface="Bahnschrift SemiLight" panose="020B0502040204020203" pitchFamily="34" charset="0"/>
            </a:endParaRPr>
          </a:p>
          <a:p>
            <a:r>
              <a:rPr lang="ru-RU" dirty="0" err="1">
                <a:latin typeface="Bahnschrift SemiLight" panose="020B0502040204020203" pitchFamily="34" charset="0"/>
              </a:rPr>
              <a:t>import</a:t>
            </a:r>
            <a:r>
              <a:rPr lang="ru-RU" dirty="0">
                <a:latin typeface="Bahnschrift SemiLight" panose="020B0502040204020203" pitchFamily="34" charset="0"/>
              </a:rPr>
              <a:t> </a:t>
            </a:r>
            <a:r>
              <a:rPr lang="ru-RU" dirty="0" err="1">
                <a:latin typeface="Bahnschrift SemiLight" panose="020B0502040204020203" pitchFamily="34" charset="0"/>
              </a:rPr>
              <a:t>logging</a:t>
            </a:r>
            <a:endParaRPr lang="ru-RU" dirty="0">
              <a:latin typeface="Bahnschrift SemiLight" panose="020B0502040204020203" pitchFamily="34" charset="0"/>
            </a:endParaRPr>
          </a:p>
          <a:p>
            <a:r>
              <a:rPr lang="ru-RU" dirty="0" err="1">
                <a:latin typeface="Bahnschrift SemiLight" panose="020B0502040204020203" pitchFamily="34" charset="0"/>
              </a:rPr>
              <a:t>from</a:t>
            </a:r>
            <a:r>
              <a:rPr lang="ru-RU" dirty="0">
                <a:latin typeface="Bahnschrift SemiLight" panose="020B0502040204020203" pitchFamily="34" charset="0"/>
              </a:rPr>
              <a:t> </a:t>
            </a:r>
            <a:r>
              <a:rPr lang="ru-RU" dirty="0" err="1">
                <a:latin typeface="Bahnschrift SemiLight" panose="020B0502040204020203" pitchFamily="34" charset="0"/>
              </a:rPr>
              <a:t>typing</a:t>
            </a:r>
            <a:r>
              <a:rPr lang="ru-RU" dirty="0">
                <a:latin typeface="Bahnschrift SemiLight" panose="020B0502040204020203" pitchFamily="34" charset="0"/>
              </a:rPr>
              <a:t> </a:t>
            </a:r>
            <a:r>
              <a:rPr lang="ru-RU" dirty="0" err="1">
                <a:latin typeface="Bahnschrift SemiLight" panose="020B0502040204020203" pitchFamily="34" charset="0"/>
              </a:rPr>
              <a:t>import</a:t>
            </a:r>
            <a:r>
              <a:rPr lang="ru-RU" dirty="0">
                <a:latin typeface="Bahnschrift SemiLight" panose="020B0502040204020203" pitchFamily="34" charset="0"/>
              </a:rPr>
              <a:t> </a:t>
            </a:r>
            <a:r>
              <a:rPr lang="ru-RU" dirty="0" err="1">
                <a:latin typeface="Bahnschrift SemiLight" panose="020B0502040204020203" pitchFamily="34" charset="0"/>
              </a:rPr>
              <a:t>Dict</a:t>
            </a:r>
            <a:r>
              <a:rPr lang="ru-RU" dirty="0">
                <a:latin typeface="Bahnschrift SemiLight" panose="020B0502040204020203" pitchFamily="34" charset="0"/>
              </a:rPr>
              <a:t>, </a:t>
            </a:r>
            <a:r>
              <a:rPr lang="ru-RU" dirty="0" err="1">
                <a:latin typeface="Bahnschrift SemiLight" panose="020B0502040204020203" pitchFamily="34" charset="0"/>
              </a:rPr>
              <a:t>List</a:t>
            </a:r>
            <a:endParaRPr lang="ru-RU" dirty="0">
              <a:latin typeface="Bahnschrift SemiLight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63699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Заключение и рекомендации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3403997"/>
            <a:ext cx="1867138" cy="830580"/>
          </a:xfrm>
          <a:prstGeom prst="roundRect">
            <a:avLst>
              <a:gd name="adj" fmla="val 4323"/>
            </a:avLst>
          </a:prstGeom>
          <a:solidFill>
            <a:srgbClr val="F3E7D4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338" y="3608903"/>
            <a:ext cx="336590" cy="4207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30578" y="3643313"/>
            <a:ext cx="469070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Писать максимально удобный код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8310920" y="4219337"/>
            <a:ext cx="5362099" cy="15240"/>
          </a:xfrm>
          <a:prstGeom prst="roundRect">
            <a:avLst>
              <a:gd name="adj" fmla="val 235611"/>
            </a:avLst>
          </a:prstGeom>
          <a:solidFill>
            <a:srgbClr val="D9CDBA"/>
          </a:solidFill>
          <a:ln/>
        </p:spPr>
      </p:sp>
      <p:sp>
        <p:nvSpPr>
          <p:cNvPr id="8" name="Shape 4"/>
          <p:cNvSpPr/>
          <p:nvPr/>
        </p:nvSpPr>
        <p:spPr>
          <a:xfrm>
            <a:off x="6324124" y="4354235"/>
            <a:ext cx="3734276" cy="2238375"/>
          </a:xfrm>
          <a:prstGeom prst="roundRect">
            <a:avLst>
              <a:gd name="adj" fmla="val 1604"/>
            </a:avLst>
          </a:prstGeom>
          <a:solidFill>
            <a:srgbClr val="F3E7D4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2908" y="5263039"/>
            <a:ext cx="336590" cy="4207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97716" y="4593550"/>
            <a:ext cx="3255645" cy="175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Подключать максимальное количество сервисов с фильмами для большего разнообразия </a:t>
            </a:r>
            <a:endParaRPr lang="en-US" sz="22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AD8B579-C64F-4219-AFE2-BD6E6483CA8C}"/>
              </a:ext>
            </a:extLst>
          </p:cNvPr>
          <p:cNvSpPr/>
          <p:nvPr/>
        </p:nvSpPr>
        <p:spPr>
          <a:xfrm>
            <a:off x="12718425" y="7315200"/>
            <a:ext cx="1909187" cy="9144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106</Words>
  <Application>Microsoft Office PowerPoint</Application>
  <PresentationFormat>Произвольный</PresentationFormat>
  <Paragraphs>35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Lora</vt:lpstr>
      <vt:lpstr>Calibri</vt:lpstr>
      <vt:lpstr>Arial</vt:lpstr>
      <vt:lpstr>Source Sans Pro</vt:lpstr>
      <vt:lpstr>Bahnschrift SemiLight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Platon Mironov</cp:lastModifiedBy>
  <cp:revision>2</cp:revision>
  <dcterms:created xsi:type="dcterms:W3CDTF">2025-05-14T17:16:34Z</dcterms:created>
  <dcterms:modified xsi:type="dcterms:W3CDTF">2025-05-14T17:24:14Z</dcterms:modified>
</cp:coreProperties>
</file>